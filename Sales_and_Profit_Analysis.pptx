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Піктограма для надбудови &quot;Microsoft Power BI&quot;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Вміст для надбудови &quot;Microsoft Power BI&quot;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Вміст для надбудови &quot;Microsoft Power BI&quot;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Піктограма для надбудови &quot;Microsoft Power BI&quot;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Вміст для надбудови &quot;Microsoft Power BI&quot;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Вміст для надбудови &quot;Microsoft Power BI&quot;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814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Піктограма для надбудови &quot;Microsoft Power BI&quot;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Вміст для надбудови &quot;Microsoft Power BI&quot;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Вміст для надбудови &quot;Microsoft Power BI&quot;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681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Піктограма для надбудови &quot;Microsoft Power BI&quot;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Вміст для надбудови &quot;Microsoft Power BI&quot;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Вміст для надбудови &quot;Microsoft Power BI&quot;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271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5215d18e-e3ea-49f6-bf48-32d3bb09f4f2}">
  <we:reference id="WA200003233" version="2.0.0.3" store="uk-UA" storeType="OMEX"/>
  <we:alternateReferences/>
  <we:properties>
    <we:property name="Microsoft.Office.CampaignId" value="&quot;none&quot;"/>
    <we:property name="reportUrl" value="&quot;/groups/aae45844-f136-4d7d-ad4c-1a04293a9828/reports/847ba2c6-8248-4e53-8c36-ea85a0406e3a/c143b9050f761457f7bc?bookmarkGuid=780a7cfe-5484-4d3c-b832-9472cff4c23f&amp;bookmarkUsage=1&amp;ctid=31d8753b-7004-4433-be11-f96200a11270&amp;fromEntryPoint=export&quot;"/>
    <we:property name="reportState" value="&quot;CONNECTED&quot;"/>
    <we:property name="artifactViewState" value="&quot;live&quot;"/>
    <we:property name="reportEmbeddedTime" value="&quot;2026-04-13T11:25:02.855Z&quot;"/>
    <we:property name="creatorSessionId" value="&quot;89be3217-cf53-4791-98ce-c668a0ef23b8&quot;"/>
    <we:property name="creatorUserId" value="&quot;10032005CAEF99D3&quot;"/>
    <we:property name="creatorTenantId" value="&quot;31d8753b-7004-4433-be11-f96200a11270&quot;"/>
    <we:property name="pageDisplayName" value="&quot;Financial Overview&quot;"/>
    <we:property name="pageName" value="&quot;c143b9050f761457f7bc&quot;"/>
    <we:property name="reportName" value="&quot;Project_1&quot;"/>
    <we:property name="isVisualContainerHeaderHidden" value="false"/>
    <we:property name="isFiltersActionButtonVisible" value="true"/>
    <we:property name="initialStateBookmark" value="&quot;H4sIAAAAAAAAA91ZX0/jRhD/KpGl6l6iyv8Sx7xBoOrpLsARRFVVCI2942Svju2u7fRSFOle2te+VO3X4KFP7ZdIvlFndx0ISSDhygEXIUG8M56d32/WM7+YS4PxPIthdAgDNHaMyV+Tq8k/k3/p99/096pmGXUj0ba9o6M3nd2TNxeHu50DWk6zgqdJbuxcGgWIHhZnPC8hlpFo8YfzugFxfAw9eRVBnGPdyFDkaQIx/wW1M5kKUeK4buCHLE4FyJDdAgqUYYfkTte0t/W1QztCWPAhdjEs9GpouU7gmw0z8pqW2/AiLwjJLdcOKrOVLjK02r6dJgXwhLaRa6zpWo7dtDwTXLNlNyLPceR6xOOicglGBx8yQegI8yiTrOyyISQhMkNBEJjrjC+NDkJeCoXj4Jahm5YixBOMlCkpeDGiOBcD7Z8bY2LjWKTElTKcpgXEtS7Elamf/twWSAwxY8ccn9NKzpNeXBF6g+1U5xeCYJWJSha8J24kErotFQzF3kiB2edixqpdX8j38wChzMnse8BssC07cMwwQJsxsJ+f8kMsanQZ8eLLZvwWDk04eCEz7agFEDXCJjKrYfvPT7hOstahNsKT2ldfNuvLYKqz7gJ1mIYTOp7leU0WgR18OvXfchQgwv7oLQ4xXk762r4pnn0+aNOzmTAQCtFcAON7BFGb/Db9Y/pxcjX9OP11+uf0d+VV7a48VpStfg2kTUu9VPBQFehFY3lXgqCKqJG4JZA6NOj62wRoX0qE+7A881x+wkT+37SKSf60+3TgN2yb1mLbfGEHo2pE4/OZXCRq3s8JwuqMa1wvLPfbjYeGBtnMlud7vt+yIvppYZM5DbZ2apym2SHVU/tIl7OZkqap941IB8q50vx5GfxUIjGyWNnuzECf380+3BcpkyFmVBDvrAzlsdInTT0TlePFvOPNwb5xpep1MaayqfDtNC4HyZoa6AuVxfJAlpnUNK/1WRIRx5gZcqujR1UI14lcrFPAdVkoeqRMVWmN3Z6jaQ2fdP93fZT5KI4Sxosqn9cLZOWPT6PKHoIY745wfbDGY6WBFhvgRvks4b8/qxc7ENYLWMXGQ1rxk31T26SVfo5i6g4ILUC/ZbtOFPiO60ATIu/5v7JsOv6fVFPtMumyNHnaaZkUYnT/8KmctgOMfoW0FVBOsCdjbwWWtgyxFUjo2/2P+EmCewDZYn9/BqH6OJ1CN2jXQyvwLXAdJ/Ajz7XRbC01aC1pLg2/2WBOFJp+k3mub7GW6aj16iXzSnN9bVd/2PRZVOlzbf2O9xjjdVXNYx6S1J4vrDFA0VPYGBSgypjpjThqe8qUGdXsujTecqJLxz6DuJRhX+1BzsNXhkqA56+TId2OTGtjwthZH0K+X58psLvOmvJ9gEh8AJPnauvxamLSssgzCPEYElxBEKGChCFbg1D9c0FTRDXhlSbdlJLx+D8Yy6AWBRkAAA==&quot;"/>
    <we:property name="bookmark" value="&quot;H4sIAAAAAAAAA91ZzW7bRhB+FYFAkYtQ8FcUfUvkFA0Qu05kuCgKwxhyh9KmFMkuSTeKICCX9tpL0b6GDz21LyG9UWd3KVmWZEtOHcsRDNjiznD2+75ZzozokcF4kScwPIYBGgfG5K/J1eSfyb/0+2/6e9WwjKaRalvbdoMAQz+yPC+C0A6CFpA1y0uepYVxMDJKED0sz3hRQSID0uKP500DkuQEevIqhqTAppGjKLIUEv4BtTOZSlHhuGng+zzJBMiQ3RJKlGEvyZ2uCYL1tUM7QlTyS+xiVOrVyHKdMDA9M/Zbluv5sR9G5FZoB4VsrYsMrbbvZGkJPKVt5BpruZZjtyzfBNds217sO45cj3lS1i7h8OX7XBA74jzMpTjP2SWkETJDURBYaMQj4wihqITi8fKGoZtVIsK3GCtTWvJySHEuBtq/MMakxonISCtlOM1KSBpdSGpTP/ulI5AUYsaBOT6nlYKnvaQW9JrbqcYXgWC1iVIWviNtJBO6LRMMxYuhInPIxUxVu7mE9/MQIeRkDnxgNtiWHTpmFKLNGNi7l/wYywZdxrz8shW/wUMLDn7ETDtuA8Re1EJmeXawe8E1yMYRlRGeNr76slVfJVOfdReownhO5PiW77dYDHb46dJ/y1GAiPrD13iJySrouX1bPod80KFnM2UgFKOFAMYPCKIx+W36x/Tj5Gr6cfrr9M/p78qr3l15rElbc06kQ0u9TPBIJehJc3lTgaCMqM64J5SOqNH194nQoRwR7uKy4778iED+X7dKaPzp9OnAb1k2reWy+cQORl2IxuezcZGkebcwENZnXPN6YthvFh5qGmQz237gB0HbiumnjS3meGxj1zjN8mPKp/aRLmezSZq63jciGyjnevQvqvDnCkmR5cx2Zwb6/Gb24a5IuQwxk4J0Z1Ukj5U+aeqZqB0vFh2vD/a1K2WviwmlTYXvZEk1SDfkQF8oFKsNWSJpaF2bMxAxx4QZcqvvHnRCmAO52DQBN2Wi6JEyVaY1d3tBpg160v3f91HiURqljJc1nldLYhUPL6NCD2GCt0eYH6zxWM1AywVwKzwr/O9G9WQbwuYBVqlxn1L8aN/UtimlnyOZugJCGzBo264Th4HjOtCC2N/9V5Zt2/+jzlTPmXRZ6TydrEpLMby7+dRO+0FGv0LaCypvsSdj7wWXjgyxF0zo2/1P+EkD9wDy5fq+g0H1YSqFLtCuj1YYWOA6ThjEvmuj2V4p0HqkGRlBy2NOHJlBi/luYLG26aj1+l3zWnNzY1W/X/dZntIXyvot7zHGm7JaJDyiUXsxscYARU9xY1CCSmOuN+Ko7RlTZlS9a2S85iSXjn0GSSXDPnsBBY+eGQoAL16ll3Q7Mj0bE8ejzSHk+/XZBHbbWVO+9xgS76Hkudp6vF6YrCqLHCI8gRTXCESsIGXINjBU/1yYUxyP/wPb3M9m3BgAAA==&quot;"/>
    <we:property name="datasetId" value="&quot;df3d7802-900a-40d0-93f8-2f4b45783000&quot;"/>
    <we:property name="embedUrl" value="&quot;/reportEmbed?reportId=847ba2c6-8248-4e53-8c36-ea85a0406e3a&amp;groupId=aae45844-f136-4d7d-ad4c-1a04293a9828&amp;w=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329c6c6-a0e7-4a44-89da-d8ea5f566f91}">
  <we:reference id="WA200003233" version="2.0.0.3" store="uk-UA" storeType="OMEX"/>
  <we:alternateReferences/>
  <we:properties>
    <we:property name="Microsoft.Office.CampaignId" value="&quot;none&quot;"/>
    <we:property name="reportUrl" value="&quot;/groups/aae45844-f136-4d7d-ad4c-1a04293a9828/reports/847ba2c6-8248-4e53-8c36-ea85a0406e3a/96f9efc0f003384c324d?bookmarkGuid=1f784e45-acea-4b46-8334-083c111d4564&amp;bookmarkUsage=1&amp;ctid=31d8753b-7004-4433-be11-f96200a11270&amp;fromEntryPoint=export&quot;"/>
    <we:property name="reportState" value="&quot;CONNECTED&quot;"/>
    <we:property name="artifactViewState" value="&quot;live&quot;"/>
    <we:property name="reportEmbeddedTime" value="&quot;2026-04-13T11:26:28.087Z&quot;"/>
    <we:property name="creatorSessionId" value="&quot;1a9c927f-9445-48d5-8884-f8f980546e52&quot;"/>
    <we:property name="creatorUserId" value="&quot;10032005CAEF99D3&quot;"/>
    <we:property name="creatorTenantId" value="&quot;31d8753b-7004-4433-be11-f96200a11270&quot;"/>
    <we:property name="pageDisplayName" value="&quot;Monthly Performance&quot;"/>
    <we:property name="pageName" value="&quot;96f9efc0f003384c324d&quot;"/>
    <we:property name="reportName" value="&quot;Project_1&quot;"/>
    <we:property name="isVisualContainerHeaderHidden" value="false"/>
    <we:property name="isFiltersActionButtonVisible" value="true"/>
    <we:property name="initialStateBookmark" value="&quot;H4sIAAAAAAAAA+VZUW/iRhD+K8hSlRca2dhguDdCIl2VI4lCdFJ0ik5r7xj2urHd9ZI7GiHdS/val6r9G3noU/sn4B91dtcmkJBwCRBoqkjE3hnPfDPrb3Z2fW1RlqWcDI7IJVhvrNGfo5vR36N/8Pcv/H9TcqyyFRvZ3vHxYbt5evjxqNk+wOEklSyJM+vNtSWJ6IJ8z7I+4coSDn64KFuE8xPSVXcR4RmUrRRElsSEs5/BKKNIij4MyxZ8SXkiiDLZkUSCMnuF6niPvp1dFz2SULIr6EAozWijFjUgCu3Itl237oVuxaOolhkFjWyuijKt3beSWBIWoxs1FvrgoY5HAupXGySoVd2KGo8Yl7lKMDj4kgqMDmMepCorLcTaTQQLCbd0FAIyA/raaiW8f6mvDmbGO0lfhHAKkRbFkskBWtpnly3CIaZEWEPMyIlIMF9a1EacPT1FStBLPrcEoF+MxB6WJ1Ca9IrEIdD14TiHfOzJENpAsr6Ab8Xw8dLoZ3cRnCWS8FIH8WWbBXIEsoS3EZObxWEwlNrIQBaXvtssmPPkvPRoYi5wJGNxl+f8v6XimYGYsqtEnpGAg6owwSeksiLesCA/Wv40Re/T5HOm2bgWqmEJM3ZX7COn0cVQjfs21IkbEIdCJfQDqNR9Z2HV2TDPFk5jSATNRXemMREUxN5AB7PPRFHLK+U7eNcTiMp52aKu54XUJU61FlaJFzhAo82nfDnibE/GZ+IwCXcagIuw47kVP/AohDZx/HsJNy2IWrKr1MUlu1GjvtdwaN129XjehswVlze+Bg4XTVDGWQhiZnKsS8C+SV1QIomeoNQ4YmDkCdVi0O/itfWOYbqM7feE95XZnT2SsXDH0gBY9kOMTRNC6gA3E91ebEJ1YOr5fLLmFlqtu64yWC660NuYrR6jFGITFnFsmwZV221AJSJV8Guut1Rj9pZhDkTYG7yDK+D3Q5nIvzXKJlUqOsCpZzFV/ViKQWn06/j38dfRzfjr+JfxH+PftGLuu1B6dOX+zwRjevdXEcopdJXtVxFLS5l4FZFgo/sjPGuFXFcB3scnaPI53nlCDd2qlE4VoC1DNqkmW4brtjRsGbCC51sGa0LaC3PSQ+KsOOcxfBAJ11cFR3DnxdWzRvpTH8QA8WgNg2P3Ib+FQJlgGfYqnKSZqhCqy8EhbCpUQIcweE43M5WEqUbmlkDa6QmL48KjmoonwTev/AuCLzi2PPScFS+IfcLD5cFr5rzkO2OYujzwnFsPQJ+1jUoiSaSCVwRVLEpxn/OyFfYYR3+xDvOuyof5618z6vZIzDJJ9BKogZwlXVyIJzCeY/YtE0Su0iDOjuyBiEvNjJGVIoUHkWLBM3+mLYCI+GEY1Gml7nn1mu3UG4vPelZ3wnysTgLuF4AeS0t6m7hFTdXtrnYtu9LFmTCHc15Q8YMqcWs+rVcajWoQuPcPLja680T4tB/K++uyAbGoX8i1tmdvsFw8nX7w/WuLKX+69MD3n//3vmdlr/8KOtMcy+6DvieS9TQa07mY7jSmglzYbSyOYYZiLxnHHW6vIpYZaq2igzLrhgI+j2zYgGQpCeGExDCHdPr1o0AXEE9/SzcHo8hzpj6VPf7AzPnucPgvFk/nmfQfAAA=&quot;"/>
    <we:property name="bookmark" value="&quot;H4sIAAAAAAAAA+VZzW7jNhB+FUNAkYsb6M+Wtbess8AW3WyDOFggWAQFJY5tbmlJpahkvYGBvbTXXor2NXLoqX0J+406JCXHTpz1JrZjN0WAxOaMht831DccMlcWZXnGyfAtGYD1whr/Ob4e/z3+B3//hX+va45VtxJjo8Rv2X7og+M1I9cldmjbaE0zydIkt15cWZKIHsh3LC8IVwFx8P153SKcH5Oe+tYlPIe6lYHI04Rw9gmMM5qkKGBUt+BjxlNBVMiOJBJU2At0x+8Iwdn3cEYSS3YBHYilGQ2b3RC6sd21bc9r+bHn+hTdcuOgkS10UaH19O00kYQlOI0aiwPw0ccnEQ0aIYmaDc9V413GZekSDV99zASyQ87DTCWnjVh7qWAx4ZZmISA3oK+sdsqLgf70am68kxYihhPoalMimRxipEM2aBMOCSXCGmFGjkWK+dKmI8TZ1yulDP30si0A50Um9qg+hXJAL0gSA90cjjMoxx4M4QhIXgj4Wgw/Dox/fhvBaSoJr3UQX75dIG9B1vBrl8nt4jAYakeoQJbUvtkumLP0rPbFxJzjSM6SHi/1fyPFUwMxYxepPCURB1Vhog8oZSW8USV+jPxhRt4n6WWu1bgRqWEJM3HXPEcpo/ORGg9saBEvIg4FNw4icFuBs7TqbFlnS5cxJoKWplvLmAoK4uVQkzlkoqrlbv0W3s0QUTmvW9Tz/Zh6xGk04wbxIwdod/spX004u5PxOR4m4U4IuAk7vucGkU8htokT3Em46UTUlt2gHm7ZYZMGfujQlu3p8bIbWWiub30PHC1boJyzGMTc4lgDwL5JfaBEEr1AmZmIgbGnVJtBv4tX1huG6TKx3xFeqLB7L0nO4j1LA2D5dwk2TQipA9ws9NHyEKoDU8+Xi7Ww0GrfTZXBetWM3nC2+oxSSAwt4tg2jRq2F4LbJQ0Imp6/UmP2mmEORNwfvoEL4HepTO1fy/KAKhdNcOZZTFWRSDGsjX+d/D75PL6efJ78Mvlj8pt2LOeunL64c/9nyJje/VlQOYGeiv0suLRViGfBBBvdn+BRO+SmCvAhPkHTy2TvATV0p1I6U4B2DNm0muwYrpvSsGPAKp3vGKypaM/NTQ9J8uqex+hBpFx/qjSCJy+unjXWnwsQQ8SjPQyO/fvmrQwqBMuxV+Eky1WFUF0ODmFToQh9D8PHdDMzSZhpZG4EpCc9ZklSzaiW4kHwzSv/hOArja0OvVTFE2Kf6nB18Fo5T/nOGKWuDrzU1j3Q52Ojk0hTqeBVpKpNKSk4r1txn3GcL9E0b7u8X7z/HXR7fZKwXBK9BWogp2kPN+IpjMeEfc0EkesMiKsj+yCS2kHOyFqRwr1IseCZH9MWQJcEcRy1qNvy/VbTdlrh8rue9d0w/6BuAu4WgD7LavqYuENN1c2pdiOn0uWZMJdzfuQGUYN4zYC23DBsRJF39+JiqydPhE+LWN7dlw2IZf1C6bU7Z4PV+HSK6Nvnxql8unbP/3/+3+eetb3+a+hMSyz79849tWym0ZjNxWynMUNyabexnMOcxJ6Sxy1tr4PLnLTW0UGZfUMBXyQ2bEDyjMRwTBJYIDr9+lGgS4Sn/5c+1dxo9C9t5f10yx8AAA==&quot;"/>
    <we:property name="datasetId" value="&quot;df3d7802-900a-40d0-93f8-2f4b45783000&quot;"/>
    <we:property name="embedUrl" value="&quot;/reportEmbed?reportId=847ba2c6-8248-4e53-8c36-ea85a0406e3a&amp;groupId=aae45844-f136-4d7d-ad4c-1a04293a9828&amp;w=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9b3424b8-9c6f-4f93-b62b-695b07e1d54a}">
  <we:reference id="WA200003233" version="2.0.0.3" store="uk-UA" storeType="OMEX"/>
  <we:alternateReferences/>
  <we:properties>
    <we:property name="Microsoft.Office.CampaignId" value="&quot;none&quot;"/>
    <we:property name="reportUrl" value="&quot;/groups/aae45844-f136-4d7d-ad4c-1a04293a9828/reports/847ba2c6-8248-4e53-8c36-ea85a0406e3a/f87ed0c60154ceb01505?bookmarkGuid=06c8fc03-7864-4347-8cb5-fc7ca99a32e4&amp;bookmarkUsage=1&amp;ctid=31d8753b-7004-4433-be11-f96200a11270&amp;fromEntryPoint=export&quot;"/>
    <we:property name="reportState" value="&quot;CONNECTED&quot;"/>
    <we:property name="artifactViewState" value="&quot;live&quot;"/>
    <we:property name="reportEmbeddedTime" value="&quot;2026-04-13T11:29:37.571Z&quot;"/>
    <we:property name="creatorSessionId" value="&quot;9cc15fc6-c4a3-409d-becd-a62a5749e094&quot;"/>
    <we:property name="creatorUserId" value="&quot;10032005CAEF99D3&quot;"/>
    <we:property name="creatorTenantId" value="&quot;31d8753b-7004-4433-be11-f96200a11270&quot;"/>
    <we:property name="pageDisplayName" value="&quot;Discount Analysis&quot;"/>
    <we:property name="pageName" value="&quot;f87ed0c60154ceb01505&quot;"/>
    <we:property name="reportName" value="&quot;Project_1&quot;"/>
    <we:property name="isVisualContainerHeaderHidden" value="false"/>
    <we:property name="isFiltersActionButtonVisible" value="true"/>
    <we:property name="initialStateBookmark" value="&quot;H4sIAAAAAAAAA9VYzW4bNxB+FYFA4ItQ7P+Pb7bsQ5HINqIgQFAIwSw5azFZcYUl165i6Dn6Gjn01L6EHylDUkXqWK4cJ4bUi1Y7M5qZ75uP3KVumJB60cDyDObIDtntH7efb/+6/Zs+/6Tr50HIhkx53/H5+cvx0euX78+OxqdkbhdGtkqzwxtmoLtE81bqHhqbiYy/TYcMmuYCLu1dDY3GIVtgp1sFjfyEPphcputxNWT4+6JpO7ApJwYM2rRXFE73VDv8JaaKwI28wgly4611kaMIeBaEacKxokuQUpj2Aa6zjSE2tSs/apUBqaiMtZVpXcR5EBW8DAQKhKzgLodszDqkWhNFwVkq4poHZSbypAxFEcTOviZro3vIzHJhvUfiChRHwRzuDrWHecNGbdPP3bfTO/ZJ23ccX2PtXMpIs6Q0J3I+ggaVgI6tiMOLriWGnesdrm2z9nrUIREq2GGwshYt1WWz5v8rFW98Z7qRHDs73eoD0ehAz5Gma78IMECTvWELX0ii97fCuS0Ue30liS6f+y00vU17cAxa8gPmGpD6V0WjpZYm2PhZjbensDqxv1+tpjaJ1wIh/vCvabtY7Vr82UxOybpeK18xs5kUApWHxbMk4HWFdZGVdZhESVyE9+Rz6gBSf9uUMEbQfYePBfB+7uP1t+2fdwK7wajtldmgh+H2Rr6PSFfuXhMnUvMHOphuUyRvek38ofCNjGbQmTv6pAStrXq8dMSeyO6fDSIaftPz85C6mj4gxxGBvGy75RMEuZXHqddcGKZRWUciSLOqToSI4+rpmnvmUT9CbD9rQG9aA81gQkta77aRMzQDuq3lk7Q/65Ug5V8glVSGnov8416tg7s073AdQMiLII14SltvFdclQI2733v/W4Xbdz7oxNq1Z3O27jrNsryMcwFJFNRpiCXuAeU/tt72h/E7ODzhgpdVHYiMQ5AT10kc5+nuCfdNDsZ0ApBq8OL/zfp9MJ56hIA2lqAo8jqGAiEXWbl76v3eOLiWZjb4oTesveH/AUR+CFGQZXHCwygpsjARVYKx2Nt3na2kP9tBC801ojp4tqPSo57I7qG8CVnbG70AjhegcANCQgZKoNiC0v2d4E9dRKqsmu86PK5WXwAcKM0k9xAAAA==&quot;"/>
    <we:property name="bookmark" value="&quot;H4sIAAAAAAAAA9VYzW4bNxB+FYFA4IsQcP93fWvkHArUiVEFBopAKGbJWYvpiissuXYVQ8+R18ghp+Yl/EgdkmpTx3LlOjGkXrzamdHw+775yNX6mkllli2sXsEC2TG7+XDz8eaPm8/09xNdP44iNmY65DKR8iyNRMEjKEHUcYmcst3Sqk4bdnzNLPQXaM+VGaB1DSn4djZm0LZncOHuGmgNjtkSe9NpaNV7DMWUsv2A6zHD35dt14NrObVg0bW9pHK6JwjR84RWBGHVJU5R2BBtygIlFzmPslRgTReeUZkJBR7Z1hLX2i8/6bQFpWkZF6uypkwKHpei4hIlQl4K30O1dlNSb/Si4jyTSSN4lcsirSJZ8sTHN5ptTY+ZXS1d9gd5CVqgZJ53jybQvGaTrh0W/tPLW/FpN/QCf8bGp7RVdkVtTtRiAi1qCT1bk4ZnfUcK+9QvuInNu6tJjySoZMd87SJG6Yt2o/8XKd4EZKZVAns33fodyehJL5Cm6z5IsECTvWbLsJDCkO+kTzsq7vqTIrlC73NoB9f26AUYJY6YB6DMj5pGS5Cm2IZZne5u4Xzivr9ez1yT4AVi/O4f0/a1xkP83krOKLrZMl84s7mSEnWgJfKUi6bGpsyrJkrjNCmjO/Z56QkSvl1OOEUwQ48PJfDrItSbr+G/7iX2o0k3aLvFD+PdQP6bkH65OyBOlBH3IJjtcqRoB0P6oQxAJnPo7S1/UoPOrfpi5YU9Uf1fB0Q8/grz04i6nt1jxwmRvOj61SMMuVPHWfBcFGVx1cSSZ3ndpFImSf14zz3xqB9gtu81oDedhXY0pS1t9gvkFdoR3TbqUd6fD1qS88+QltSWnovit4PaB7dl3uM+gEiUPItFRkdvnTQVQIP7P3v/3YW7Tz7o5SZ1YHN26SbL86JKCglpzJsswgoPQPJv22+Ho/gtHkFwKaq64TIXwAvSOk2SItu/4AHk6JTeAJQePft/q36XTJAegdPBwsuyaBIoEQqZV/uXPpyNoytl56Nv+oV1MPrfwygMIeZ5nqQiitMyj1JZp5jIg/2ts1P0J3vRQnuFqI+e7FXpQU9k/1DexqwbrFmCwDPQuIUhMQMtUe5g6f+d8DfD9fpPeq827c4QAAA=&quot;"/>
    <we:property name="datasetId" value="&quot;df3d7802-900a-40d0-93f8-2f4b45783000&quot;"/>
    <we:property name="embedUrl" value="&quot;/reportEmbed?reportId=847ba2c6-8248-4e53-8c36-ea85a0406e3a&amp;groupId=aae45844-f136-4d7d-ad4c-1a04293a9828&amp;w=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b105f097-1485-4518-a835-f893f2c736c4}">
  <we:reference id="WA200003233" version="2.0.0.3" store="uk-UA" storeType="OMEX"/>
  <we:alternateReferences/>
  <we:properties>
    <we:property name="Microsoft.Office.CampaignId" value="&quot;none&quot;"/>
    <we:property name="reportUrl" value="&quot;/groups/aae45844-f136-4d7d-ad4c-1a04293a9828/reports/847ba2c6-8248-4e53-8c36-ea85a0406e3a/cbc52ed298c0973d821e?bookmarkGuid=d092bca1-8533-4ea8-89d5-771d4db6fc2a&amp;bookmarkUsage=1&amp;ctid=31d8753b-7004-4433-be11-f96200a11270&amp;fromEntryPoint=export&quot;"/>
    <we:property name="reportState" value="&quot;CONNECTED&quot;"/>
    <we:property name="artifactViewState" value="&quot;live&quot;"/>
    <we:property name="reportEmbeddedTime" value="&quot;2026-04-13T11:31:21.369Z&quot;"/>
    <we:property name="creatorSessionId" value="&quot;5e063b09-c655-47e3-a25a-42d744ce52f2&quot;"/>
    <we:property name="creatorUserId" value="&quot;10032005CAEF99D3&quot;"/>
    <we:property name="creatorTenantId" value="&quot;31d8753b-7004-4433-be11-f96200a11270&quot;"/>
    <we:property name="pageDisplayName" value="&quot;Shipping Mode Analysis&quot;"/>
    <we:property name="pageName" value="&quot;cbc52ed298c0973d821e&quot;"/>
    <we:property name="reportName" value="&quot;Project_1&quot;"/>
    <we:property name="isVisualContainerHeaderHidden" value="false"/>
    <we:property name="isFiltersActionButtonVisible" value="true"/>
    <we:property name="initialStateBookmark" value="&quot;H4sIAAAAAAAAA+1aW2/iRhT+K8hSlRe6wuBr3giJtFU2F4VopWqFVmPPMczWsel4SEoR0r60r32p2r+Rhz61fwL+Uc/MGMItcRZyIdlVpGDmjM9837nNGZuBQVnWjUn/mFyAsWuM/h5dj/4d/Yf//8HP65JplI1Ey/ZOTg6P6meHH4/rRwc4nHYFS5PM2B0YgvA2iPcs65FYasLBD62yQeL4lLTlt4jEGZSNLvAsTUjMfgU9GUWC92BYNuCXbpxyIlU2BREg1V7idPyOa5tvargiCQW7hCaEQo+GQWhXgVZ9L6z4bo16VRNwWqYnKGQrp0jVavlGmgjCElxGjjlmzQmiwPJdWon8IPKtwJfjEYtFPiXIDTUwfMemtQiVOtS1fJN6lZoaz421Ulw2RL8rpXV6SZIQqKF4c8g0zYHRSOPehbo6mBtvpj0ewhlESpQIJvqoZp9dNEgMCSXcGKINT3mKFlaiHyEf66RXDQ5oUGrsVoZyJGNJO87tf2OKc40si1kIXHo3+IRmVKQvAL0rLygRBD07MLp6IQZanlIlllTk5zuG5tK635O4J9Xu7JGMhTuGAsCyHxJ0LUJqQqx9dVSsQsaJvH84bEklOhaQ8acZb6u5mYL40JZs4WieKzecjQ6jFBJNy/Nc6gQmjaDm+7YNjhs5S+FzoAgivjwSGuiZdspZiGQ3C4YTTuUqC+ibHdYtKesuB0N5UBiPR0CyHof7Yvh4oecvwTgGUcKvERMrcLSKgjJUhmh0CBdzkYn3pZL1Xl+ZdJ/xSWmolhfwPgqRYeuWOMy92l8jEovd2FLR5hKvFla8qmPajudgpTJtslG0vWWYcTzs9N/BJcTLcKfy+zJB+LQXaofP3Dw1Tmn0+/jP8efR9fjz+LfxX+M/1Mx89RsT3hW3L4hPsxd8/9o45XeX1J64LqdXVOXOU0HiUhM3kuwll9suu0zFOQliWKy2K4vdWXqlt9wti86FjMNarUNtnf7gPlVZOZMk2aSD1evwNFZX2kwIIpbwtOznHvA+LqXkOdk3t5KbSqQWliGBmHQz6VPZGuEQdiIS7iH016E4a+wZjvMWZNkpS5LJmjKkv5DDnFNW8VhD51wZWqkTB3maCsl3YqVJq5j04jhvKZ3Q8mvEiqhds/yKa3tWGBRuqc9cVIp7J8JpLnrm1mmeiDZ51Qz9wKlA4DqVWuCaPlTs5zf5ht3q1lh8oVmVUiA+gB14rudGtkU8y6dbEOMaZOmI8DZLSt+9bKsvk8lj3bZdIFFUJXg+jGjoWaS2XR17ncopy9tt2ktEYb+uJ21Pa7sJGf0E6lVQOYO21P0quDSkilfBBIvDT7DW7vJYD+j28Q6aXiU7X/CMbatMOlOAtgzZtJpsGa6b0rBlwCZ5vmWwpklbeNbLc+SO057G8ea2dSeCxznqzRhh9qQ3TaDig14RfB3yTwh+kmObQ8+z4gmxT/Nwc/Aqc54yZnSmbg48z61boM/rLjjNl42ww2JcL1E0F6d8WL3/1aN2hyQsE0RtgQrIedrGjXgKYx21bxkn4iEVondEB3hSqmeMPChSuBUpFjz9p9sC34o8NzSrZoW4VRJEnmNa23WQ+fbq4St/9fB1t9EPFv4P0Oh8e6y9ehN7rsfc6uXxqqDHfSXrkhBOSQIrgl+FAZVL3ZkA6oc++vcQmG9MvkO6+4a5n3UMh/8D8zIYcZEkAAA=&quot;"/>
    <we:property name="bookmark" value="&quot;H4sIAAAAAAAAA+1ay27bRhT9FYFA4Y1qkOLbO0cOkKJxalhGgCIQiiHnUpqUJtXhyKkiCMim3XZTtL/hRVftT0h/1DszlKyXLUfyg3YCAxI1d3jnnPuaO6SHBmVFLyWDN+QcjANj/Pf4cvzv+D/8/Ae/L2uWUTcyLXPtIEgcIAGYlhnR2IHIRGneEyzPCuNgaAjCOyDesqJPUqkQB9+16wZJ0xPSkb8SkhZQN3rAizwjKfsIejKKBO/DqG7Ar70050SqbAkiQKq9wOn4GyFY+zauSGLBLqAFsdCjcRS7DaCNMIjN0Ldp0LAApxV6gkK2dopUrZZv5pkgLMNl5Jhn2V6URE7oUzMJoyR0olCOJywV5ZSotNfQCD2X2gkq9ajvhBYNTFuNlzZbK64bYtCT0kN6QbIYqKF4cyg0zaHRzNP+ubp6uTDeyvs8hlNIlCgTTAxQzRE7b5IUMkq4MUIbnvAcLaxEP0I51s0/NDmgQalxYI7kSMGyTlra/8oUZxpZkbIYuPRu9B7NqEifA3pXXlAiCHp2aPT0Qgy0PKdKLKnI79cMzaV1vyVpX6rde0EKFu8ZCgArvsvQtQipBan21fFmFTJO5P2jUVsq0bGAjN/PeVvNLRTEu7ZkG0fLlLnibHQZpZBpWkHgUy+yaAJ2GLoueH7irYTPS0UQ8ZWR0ETPdHLOYiS7WzD8wKlcZQl9q8t6NWXd1WCoDzfG4zGQos/hthh+OtfzV2C8AVHDnwkTa3C0NwVlrAzR7BIuFiIT78sl6xcDZdIjxqeloVFfwnsvREbta+Kw9Opgi0jc7Ma2ijafBHZsBg3Pcr3Aw0pluWSnaHvFMON43B28hgtIV+HO5LdlgvBpP9YOn7t5Zpza+PfJn5NP48vJp8lvk78mf6iZ5epXJrwpbp8Qn1Y/+va5cSrvrqk9cVtOz6jKneWCpLUWbiTFUy63PXaRizMSpbBcbdcWu9P8g95yKxadSxmHtVqH2jb9wW2qsnImyYppB6vX4XmqrrSZEEQq4WnZL33gA1xKyUuy+9eSm0mkFlYggZT0CulT2RrhEHYiEu73MNiG4ryx5zguWpAVJyzLpmvKkP5MDgtOWcdjC50LZWitThzkeS4k36mVpq1i1k/TsqX0Yie0iZNQ13ZC03cDJ442bqmPXFQ2906E01L0yK3TIhFt8oYVh5FnQuR7ph35Vgim+/gm37FbrYzFl5pVKQUSArhR4Ad+4jokcEJagRjXIGvHhHdYVvvmaVt9lUwZ667rA0mSBsHzYULjwCF2tTr2QyqnrG63eT8TG/t1Pak6re0uZPQTqGdB5RQ6Uvez4NKUKp4FEywOP8NWu8t9PaA7wjto/iHb+4xnbJUy6VwBqhiyWTWpGK6r0lAxYNM8rxisWdJuPOuVOXLDaU/j2L9u3angfo56c0aYP+nNEmjzQW8TfB3yDwh+mmO7Qy+z4gGxz/Jwd/Aqcx4yZnSm7g68zK1roC/q3nCarxtxl6W4XqZoLk95t37/O0w6XZKxQhC1BSogZ3kHN+IZjG3UvmKciLtUiN4RXeBZ7bBg5E6RwrVIseDpP90WhE4S+LHVsEziN0iUBJ7lVOsg8/XVwxf+6uHLbqPvLPzvoNH5+lh7/Sb2WI+51cvjdUGP+0rRIzGckAzWBL8KAyqXujEB1D/6zGJ/NPof+BYc6mgkAAA=&quot;"/>
    <we:property name="datasetId" value="&quot;df3d7802-900a-40d0-93f8-2f4b45783000&quot;"/>
    <we:property name="embedUrl" value="&quot;/reportEmbed?reportId=847ba2c6-8248-4e53-8c36-ea85a0406e3a&amp;groupId=aae45844-f136-4d7d-ad4c-1a04293a9828&amp;w=2&amp;config=eyJjbHVzdGVyVXJsIjoiaHR0cHM6Ly9XQUJJLVVLLVNPVVRILUQ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12</Words>
  <Application>Microsoft Office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Марина Коваль</cp:lastModifiedBy>
  <cp:revision>5</cp:revision>
  <dcterms:created xsi:type="dcterms:W3CDTF">2018-06-07T21:39:02Z</dcterms:created>
  <dcterms:modified xsi:type="dcterms:W3CDTF">2026-04-13T11:34:19Z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